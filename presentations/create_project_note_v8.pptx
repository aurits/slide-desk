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713"/>
                </a:solidFill>
                <a:latin typeface="Georgia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14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07 / 14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by quarter-end.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四半期内に、確実に進める三手。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これから   ·   THE NEXT 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
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03B5A"/>
                </a:solidFill>
                <a:latin typeface="Georgia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A1713"/>
                </a:solidFill>
                <a:latin typeface="Georgia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732"/>
                </a:solidFill>
                <a:latin typeface="Georgia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03B5A"/>
                </a:solidFill>
                <a:latin typeface="Segoe UI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03B5A"/>
                </a:solidFill>
                <a:latin typeface="Georgia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713"/>
                </a:solidFill>
                <a:latin typeface="Georgia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Frontend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仲間   ·   THE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14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732"/>
                </a:solidFill>
                <a:latin typeface="Georgia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Original on the left.  AI-generated on the right.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左が原画、右がAIによる生成。</a:t>
            </a:r>
          </a:p>
        </p:txBody>
      </p:sp>
      <p:pic>
        <p:nvPicPr>
          <p:cNvPr id="9" name="Picture 8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1295247" y="3154680"/>
            <a:ext cx="9601200" cy="4105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実例   ·   APPAREL · IN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14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brands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使う側のブランドにとって、何が変わるのか。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shoot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product, one set of photographs.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Full catalogues were a luxury only big brands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ready in an afternoon.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Small brands now publish at flagship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変化   ·   APPAREL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07 / 14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08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入り口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AT FIRST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Blueprint.  At first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Built for Japan's construction and manufacturing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日本の建設・製造現場のために設計された、図面解析の入口。</a:t>
            </a:r>
          </a:p>
        </p:txBody>
      </p:sp>
      <p:pic>
        <p:nvPicPr>
          <p:cNvPr id="9" name="Picture 8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3108960"/>
            <a:ext cx="8686800" cy="37170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入り口   ·   BLUEPRINT · AT FIRST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14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engineers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使う側のエンジニアにとって、何が変わるのか。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Errors slipped through until the factory caught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Every revision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Inconsistencies are flagged before production begins.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其ノ弐 · 変化   ·   BLUEPRINT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10 / 14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8736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605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617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7880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61772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00176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7608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3492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806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6752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80644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19048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46480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  ·   WHAT WE'VE LEARNED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11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12 / 14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NEXT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EFE2"/>
                </a:solidFill>
                <a:latin typeface="Georgia"/>
                <a:ea typeface="Yu Mincho"/>
              </a:rPr>
              <a:t>Three concrete moves by quarter-end.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C9BEA7"/>
                </a:solidFill>
                <a:latin typeface="Segoe UI"/>
                <a:ea typeface="Yu Gothic UI"/>
              </a:rPr>
              <a:t>四半期内に、確実に進める三手。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
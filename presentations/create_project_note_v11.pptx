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進捗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Apparel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411480" cy="1524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85876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Production monitoring + GCP cost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本番運用とGCP費用の監視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9884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Multi-angle background consistency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多角度背景の一貫性 — 検証中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3892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Client-driven UX adjustments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顧客要望によるUX調整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77900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ComfyUI pipeline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6007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B15030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566160"/>
            <a:ext cx="41148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3858768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Sharper background engine, new perspectives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背景エンジンの精度と視点を一段引き上げる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4498848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Onboard new paying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新規有償顧客のオンボーディング</a:t>
            </a:r>
          </a:p>
        </p:txBody>
      </p:sp>
      <p:sp>
        <p:nvSpPr>
          <p:cNvPr id="31" name="Oval 30"/>
          <p:cNvSpPr/>
          <p:nvPr/>
        </p:nvSpPr>
        <p:spPr>
          <a:xfrm>
            <a:off x="4389120" y="5138928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ComfyUI knowledge transfer (Muzuva → Otai)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ComfyUI知見の移管(Muzuva → Otai)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TEAM · 体制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566160"/>
            <a:ext cx="41148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55279" y="385876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1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5 contributors  ·  ~120 hrs / week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5名 · 約120時間/週</a:t>
            </a:r>
          </a:p>
        </p:txBody>
      </p:sp>
      <p:sp>
        <p:nvSpPr>
          <p:cNvPr id="39" name="Oval 38"/>
          <p:cNvSpPr/>
          <p:nvPr/>
        </p:nvSpPr>
        <p:spPr>
          <a:xfrm>
            <a:off x="7955279" y="449884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1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Muzuva — Backend &amp; ComfyUI · 40h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1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ムズヴァ — バックエンド/ComfyUI</a:t>
            </a:r>
          </a:p>
        </p:txBody>
      </p:sp>
      <p:sp>
        <p:nvSpPr>
          <p:cNvPr id="42" name="Oval 41"/>
          <p:cNvSpPr/>
          <p:nvPr/>
        </p:nvSpPr>
        <p:spPr>
          <a:xfrm>
            <a:off x="7955279" y="513892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1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Rodrick — DevOps · 24h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1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ロドリック — DevOps</a:t>
            </a:r>
          </a:p>
        </p:txBody>
      </p:sp>
      <p:sp>
        <p:nvSpPr>
          <p:cNvPr id="45" name="Oval 44"/>
          <p:cNvSpPr/>
          <p:nvPr/>
        </p:nvSpPr>
        <p:spPr>
          <a:xfrm>
            <a:off x="7955279" y="577900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1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Lauben — Infrastructure · 16h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1" y="6007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ラウベン — インフラ</a:t>
            </a:r>
          </a:p>
        </p:txBody>
      </p:sp>
      <p:sp>
        <p:nvSpPr>
          <p:cNvPr id="48" name="Oval 47"/>
          <p:cNvSpPr/>
          <p:nvPr/>
        </p:nvSpPr>
        <p:spPr>
          <a:xfrm>
            <a:off x="7955279" y="641908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1" y="6355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Crispus · Otai — Frontend / Backend · 16h ea.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1" y="66476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クリスパス・オタイ — UI/補佐</a:t>
            </a:r>
          </a:p>
        </p:txBody>
      </p:sp>
      <p:sp>
        <p:nvSpPr>
          <p:cNvPr id="51" name="Oval 50"/>
          <p:cNvSpPr/>
          <p:nvPr/>
        </p:nvSpPr>
        <p:spPr>
          <a:xfrm>
            <a:off x="7955279" y="705916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9871" y="6995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→ Hold capacity; close ComfyUI single-dependency.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9871" y="7287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現状維持。単独依存(ComfyUI)の解消が要点。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APPAREL   ·   NOW &amp; NEXT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15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08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09 / 15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進捗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Blueprint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411480" cy="1524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85876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BP Check · BOM · Scan running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BP Check / BOM / Scan が本番稼働中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9884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GPU / workflow decoupling — active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GPU・ワークフロー分離の改修中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3892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Continuous testing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継続的なテストと監視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779008"/>
            <a:ext cx="64008" cy="64008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Per-tenant configuration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6007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テナント別設定への対応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566160"/>
            <a:ext cx="41148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385876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New workflows for specific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特定組織向けの新ワークフロー追加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449884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Stabilise + harden recently shipped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新規機能の安定化と強化検証</a:t>
            </a:r>
          </a:p>
        </p:txBody>
      </p:sp>
      <p:sp>
        <p:nvSpPr>
          <p:cNvPr id="31" name="Oval 30"/>
          <p:cNvSpPr/>
          <p:nvPr/>
        </p:nvSpPr>
        <p:spPr>
          <a:xfrm>
            <a:off x="4389120" y="5138928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BP Check / BOM to first billed engineering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BP Check・BOMを初の有償運用へ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29046"/>
                </a:solidFill>
                <a:latin typeface="Corbel"/>
                <a:ea typeface="Yu Gothic UI"/>
              </a:rPr>
              <a:t>TEAM · 体制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566160"/>
            <a:ext cx="411480" cy="15240"/>
          </a:xfrm>
          <a:prstGeom prst="rect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55279" y="385876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1" y="3794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4 contributors  ·  ~96 hrs / week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4名 · 約96時間/週</a:t>
            </a:r>
          </a:p>
        </p:txBody>
      </p:sp>
      <p:sp>
        <p:nvSpPr>
          <p:cNvPr id="39" name="Oval 38"/>
          <p:cNvSpPr/>
          <p:nvPr/>
        </p:nvSpPr>
        <p:spPr>
          <a:xfrm>
            <a:off x="7955279" y="449884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1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Aita — Backend &amp; Engine · 32h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1" y="4727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アイタ — バックエンド/エンジン</a:t>
            </a:r>
          </a:p>
        </p:txBody>
      </p:sp>
      <p:sp>
        <p:nvSpPr>
          <p:cNvPr id="42" name="Oval 41"/>
          <p:cNvSpPr/>
          <p:nvPr/>
        </p:nvSpPr>
        <p:spPr>
          <a:xfrm>
            <a:off x="7955279" y="513892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1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Ambrose — Systems &amp; Product · 24h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1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アンブローズ — システム/プロダクト</a:t>
            </a:r>
          </a:p>
        </p:txBody>
      </p:sp>
      <p:sp>
        <p:nvSpPr>
          <p:cNvPr id="45" name="Oval 44"/>
          <p:cNvSpPr/>
          <p:nvPr/>
        </p:nvSpPr>
        <p:spPr>
          <a:xfrm>
            <a:off x="7955279" y="577900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1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Rodrick — Infrastructure · 24h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1" y="6007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ロドリック — インフラ</a:t>
            </a:r>
          </a:p>
        </p:txBody>
      </p:sp>
      <p:sp>
        <p:nvSpPr>
          <p:cNvPr id="48" name="Oval 47"/>
          <p:cNvSpPr/>
          <p:nvPr/>
        </p:nvSpPr>
        <p:spPr>
          <a:xfrm>
            <a:off x="7955279" y="641908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1" y="6355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Crispus — Frontend · 16h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1" y="66476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クリスパス — フロントエンド</a:t>
            </a:r>
          </a:p>
        </p:txBody>
      </p:sp>
      <p:sp>
        <p:nvSpPr>
          <p:cNvPr id="51" name="Oval 50"/>
          <p:cNvSpPr/>
          <p:nvPr/>
        </p:nvSpPr>
        <p:spPr>
          <a:xfrm>
            <a:off x="7955279" y="7059168"/>
            <a:ext cx="64008" cy="64008"/>
          </a:xfrm>
          <a:prstGeom prst="ellipse">
            <a:avLst/>
          </a:prstGeom>
          <a:solidFill>
            <a:srgbClr val="C29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9871" y="6995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51211"/>
                </a:solidFill>
                <a:latin typeface="Sitka Banner"/>
                <a:ea typeface="Yu Mincho"/>
              </a:rPr>
              <a:t>→ Hold; possibly +1 backend if client workflows scale.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9871" y="7287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現状維持。新案件が増える場合は+1名のバックエンドを検討。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BLUEPRINT   ·   NOW &amp; NEXT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15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15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51211"/>
                </a:solidFill>
                <a:latin typeface="Sitka Banner"/>
                <a:ea typeface="Yu Mincho"/>
              </a:rPr>
              <a:t>Seven people, two products, one allocation.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Where the team currently sits — and where capacity could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二つのプロダクトにまたがる、七人の現在地と今後の配置。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15030"/>
                </a:solidFill>
                <a:latin typeface="Corbel"/>
                <a:ea typeface="Yu Gothic UI"/>
              </a:rPr>
              <a:t>APPAREL · 5 人 · ~120 hrs /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4864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40h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70832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Rodrick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DevOps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97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24h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82312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709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193792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120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20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605272"/>
            <a:ext cx="64008" cy="64008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532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254872"/>
                </a:solidFill>
                <a:latin typeface="Corbel"/>
                <a:ea typeface="Yu Gothic UI"/>
              </a:rPr>
              <a:t>BLUEPRINT · 4 人 · ~96 hrs / week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57600"/>
            <a:ext cx="54864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9360" y="3959352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86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886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15030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4370832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297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297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Systems &amp; Product 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297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15030"/>
                </a:solidFill>
                <a:latin typeface="Sitka Banner"/>
                <a:ea typeface="Yu Mincho"/>
              </a:rPr>
              <a:t>24h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4782312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709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Rodrick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4709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15030"/>
                </a:solidFill>
                <a:latin typeface="Sitka Banner"/>
                <a:ea typeface="Yu Mincho"/>
              </a:rPr>
              <a:t>24h</a:t>
            </a:r>
          </a:p>
        </p:txBody>
      </p:sp>
      <p:sp>
        <p:nvSpPr>
          <p:cNvPr id="45" name="Oval 44"/>
          <p:cNvSpPr/>
          <p:nvPr/>
        </p:nvSpPr>
        <p:spPr>
          <a:xfrm>
            <a:off x="6309360" y="5193792"/>
            <a:ext cx="64008" cy="64008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120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5120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15030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532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*  Shared across both products — Ambrose, Rodrick, Crispus.   Unique headcount: 7.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5897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Open question  ·  Where does Japan-side capacity best slot in over the next 60 days?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336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今後60日、日本側のリソースをどこに配置するのが最善か。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配置   ·   TEAM PICTURE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13 / 15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14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15 /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
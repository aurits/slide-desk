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 spc="100">
                <a:solidFill>
                  <a:srgbClr val="3A3732"/>
                </a:solidFill>
                <a:latin typeface="Segoe UI"/>
                <a:ea typeface="Yu Gothic UI"/>
              </a:rPr>
              <a:t>七人の作り手、一つのチームで、二つのプロダクトを支えています。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2" name="Oval 11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0" name="Oval 19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4" name="Oval 23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8" name="Oval 27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07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08 / 12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731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718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383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758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77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一人しか動かせない工程は、チーム全体のリスクでした。今期、二つを共有知識に移しました。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731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34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27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our tests and monitors cannot.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29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760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最良の修正は、監視画面ではなく、顧客の声から生まれました。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731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749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Docs ship with the code,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7790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1A1713"/>
                </a:solidFill>
                <a:latin typeface="Georgia"/>
                <a:ea typeface="Yu Mincho"/>
              </a:rPr>
              <a:t>or they never ship at 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080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a delay the next sprint.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3276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00">
                <a:solidFill>
                  <a:srgbClr val="3A3732"/>
                </a:solidFill>
                <a:latin typeface="Segoe UI"/>
                <a:ea typeface="Yu Gothic UI"/>
              </a:rPr>
              <a:t>書かなかった文書は、次のスプリントの遅延になりました。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現在地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WHERE WE 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A few numbers to hold the story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言葉を支える、今期の数字。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26280"/>
            <a:ext cx="365760" cy="152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 in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本番稼働中のプロダクト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03320" y="4526280"/>
            <a:ext cx="365760" cy="152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engineers, one end-to-end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エンジニア七名、一つのチーム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526280"/>
            <a:ext cx="365760" cy="152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一枚の商品写真が、百枚以上のキャンペーン素材へ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10896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4526280"/>
            <a:ext cx="365760" cy="1524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4709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 time, with Blueprint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54406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Blueprintによる図面レビュー時間の短縮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数字は目安、四半期締め時に確定。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現在地   ·   WHERE WE 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by quarter-end.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四半期内に、確実に進める三手。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Move the pilot cohort to first paid engagements.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Raise background and model quality one band further.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パイロット顧客の有償化と、品質のもう一段の引き上げ。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Ship BP Check and BP BOM to the first billed engineering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Complete the review-canvas refinements already in flight.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BP Check・BP BOM を初の有償運用へ、検査UIの完成。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remaining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Begin monthly reviews with our first customers.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単独依存を解消し、顧客との月次対話を開始。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
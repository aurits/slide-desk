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54872"/>
                </a:solidFill>
                <a:latin typeface="Sitka Banner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51211"/>
                </a:solidFill>
                <a:latin typeface="Sitka Banner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530"/>
                </a:solidFill>
                <a:latin typeface="Sitka Banner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54872"/>
                </a:solidFill>
                <a:latin typeface="Corbel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530"/>
                </a:solidFill>
                <a:latin typeface="Corbel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530"/>
                </a:solidFill>
                <a:latin typeface="Corbel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54872"/>
                </a:solidFill>
                <a:latin typeface="Sitka Banner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530"/>
                </a:solidFill>
                <a:latin typeface="Corbel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02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Six makers.  Two products.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51211"/>
                </a:solidFill>
                <a:latin typeface="Sitka Banner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8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9912096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2286000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土台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Infrastructure</a:t>
            </a:r>
          </a:p>
        </p:txBody>
      </p:sp>
      <p:sp>
        <p:nvSpPr>
          <p:cNvPr id="25" name="Oval 24"/>
          <p:cNvSpPr/>
          <p:nvPr/>
        </p:nvSpPr>
        <p:spPr>
          <a:xfrm>
            <a:off x="6099048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表層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Frontend</a:t>
            </a:r>
          </a:p>
        </p:txBody>
      </p:sp>
      <p:sp>
        <p:nvSpPr>
          <p:cNvPr id="29" name="Oval 28"/>
          <p:cNvSpPr/>
          <p:nvPr/>
        </p:nvSpPr>
        <p:spPr>
          <a:xfrm>
            <a:off x="9912096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補佐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Engineering, product, infrastructure — all carried by the same six people.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仲間   ·   THE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03 / 17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530"/>
                </a:solidFill>
                <a:latin typeface="Sitka Banner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04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530"/>
                </a:solidFill>
                <a:latin typeface="Sitka Banner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05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06 / 17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進捗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Apparel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Production monitoring + GCP cost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本番運用とGCP費用の監視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Multi-angle background consistency —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多角度背景の一貫性 — 検証中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Client-driven UX adjustments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顧客要望によるUX調整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ComfyUI pipeline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ComfyUIパイプラインの保守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B15030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Sharper background engine — new perspectives, richer scenes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背景エンジンの精度と視点を一段引き上げる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Onboard new paying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新規有償顧客のオンボーディング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Document ComfyUI pipeline; assign a backup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ComfyUIパイプラインの文書化と予備担当の任命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APPAREL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07 / 17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体制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Apparel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A small dedicated pair, focused on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アパレルを支える、二人組。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568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基盤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Backend &amp; ComfyUI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16 h /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72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672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Splits time with Blueprint backend (16 h there).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672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ブループリント側にも16時間を担当。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44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表層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8 h /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448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448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Splits time with Blueprint frontend (32 h there).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ブループリント側に32時間、こちらは8時間。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2 contributors  ·  24 hrs / week on Apparel  ·  Both also support Blueprint — flexible cross-product team.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アパレル側は2名・24時間/週。両者ともブループリントにも従事し、柔軟に横断。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APPAREL   ·   THE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08 / 17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44658C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4EEE3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D5CAB4"/>
                </a:solidFill>
                <a:latin typeface="Sitka Banner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D5CAB4"/>
                </a:solidFill>
                <a:latin typeface="Corbel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09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10 / 17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進捗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Blueprint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· BOM · Scan running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 / BOM / Scan が本番稼働中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GPU / workflow decoupling — active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GPU・ワークフロー分離の改修中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Continuous testing +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継続的なテストと監視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Per-tenant configuration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テナント別設定への対応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54872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New workflows tailored for specific organisations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特定組織向けの新ワークフロー追加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Stabilise + harden recently shipped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新規機能の安定化と強化検証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/ BOM to first billed engineering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Check・BOMを初の有償運用へ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BLUEPRINT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11 / 17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体制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Blueprint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Six contributors carrying the engine — four dedicated, two shared.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ブループリントを支える六人 — 専属四名、横断二名。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土台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40 h / 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6992" y="3063240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36992" y="3063240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322783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8" y="31821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補佐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363016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941064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統率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16 h / week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9976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9976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基盤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&amp; ComfyUI 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8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16 h / week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36992" y="4553712"/>
            <a:ext cx="3419856" cy="1325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36992" y="4553712"/>
            <a:ext cx="3419856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47183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6768" y="467258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表層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51206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Frontend 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5431536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29046"/>
                </a:solidFill>
                <a:latin typeface="Sitka Banner"/>
                <a:ea typeface="Yu Mincho"/>
              </a:rPr>
              <a:t>32 h /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*  Muzuva and Crispus also contribute to Apparel  ·  Apparelとも兼務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6199632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2910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4872"/>
                </a:solidFill>
                <a:latin typeface="Sitka Banner"/>
                <a:ea typeface="Yu Mincho"/>
              </a:rPr>
              <a:t>6 contributors  ·  168 hrs / week  ·  Hold; +1 backend if client workflows scale.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BLUEPRINT   ·   THE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12 / 17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13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98378"/>
                </a:solidFill>
                <a:latin typeface="Corbel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14 / 17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Six people, two products, two crossing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Where the team currently sits — and where capacity could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二つのプロダクトと、それを横断する二人。現状と今後の調整余地。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B15030"/>
                </a:solidFill>
                <a:latin typeface="Corbel"/>
                <a:ea typeface="Yu Gothic UI"/>
              </a:rPr>
              <a:t>APPAREL  ·  2 人  ·  24 hrs /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54864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13632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221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Lead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221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25112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336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336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254872"/>
                </a:solidFill>
                <a:latin typeface="Corbel"/>
                <a:ea typeface="Yu Gothic UI"/>
              </a:rPr>
              <a:t>BLUEPRINT  ·  6 人  ·  168 hrs / week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566160"/>
            <a:ext cx="54864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391363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221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8221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32511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336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233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2336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40h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473659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6451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6451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6451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514807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0566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0566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05663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555955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4681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468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 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46811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5971032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8795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8795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87959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6509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*  Muzuva and Crispus split time across both products.   Unique headcount: 6.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Open question  ·  Where does Japan-side capacity best slot in over the next 60 days?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今後60日、日本側のリソースをどこに配置するのが最善か。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配置   ·   TEAM PICTURE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15 / 17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4EEE3"/>
                </a:solidFill>
                <a:latin typeface="Corbel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4EEE3"/>
                </a:solidFill>
                <a:latin typeface="Corbel"/>
                <a:ea typeface="Yu Gothic UI"/>
              </a:rPr>
              <a:t>THE NEXT 60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EEE3"/>
                </a:solidFill>
                <a:latin typeface="Sitka Banner"/>
                <a:ea typeface="Yu Mincho"/>
              </a:rPr>
              <a:t>Three concrete moves in the next 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D5CAB4"/>
                </a:solidFill>
                <a:latin typeface="Corbel"/>
                <a:ea typeface="Yu Gothic UI"/>
              </a:rPr>
              <a:t>今後60日間で、確実に進める三手。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これから   ·   THE NEXT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16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530"/>
                </a:solidFill>
                <a:latin typeface="Corbel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98378"/>
                </a:solidFill>
                <a:latin typeface="Corbel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17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
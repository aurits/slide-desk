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03B5A"/>
                </a:solidFill>
                <a:latin typeface="Georgia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A1713"/>
                </a:solidFill>
                <a:latin typeface="Georgia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03B5A"/>
                </a:solidFill>
                <a:latin typeface="Segoe UI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03B5A"/>
                </a:solidFill>
                <a:latin typeface="Georgia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713"/>
                </a:solidFill>
                <a:latin typeface="Georgia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732"/>
                </a:solidFill>
                <a:latin typeface="Georgia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07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8736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605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617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7880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177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0176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7608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3492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806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6752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80644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19048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46480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  ·   WHAT WE'VE LEARNED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NEXT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EFE2"/>
                </a:solidFill>
                <a:latin typeface="Georgia"/>
                <a:ea typeface="Yu Mincho"/>
              </a:rPr>
              <a:t>Three concrete moves by quarter-end.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C9BEA7"/>
                </a:solidFill>
                <a:latin typeface="Segoe UI"/>
                <a:ea typeface="Yu Gothic UI"/>
              </a:rPr>
              <a:t>四半期内に、確実に進める三手。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11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
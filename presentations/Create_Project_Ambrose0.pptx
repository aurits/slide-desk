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54872"/>
                </a:solidFill>
                <a:latin typeface="Sitka Banner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51211"/>
                </a:solidFill>
                <a:latin typeface="Sitka Banner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530"/>
                </a:solidFill>
                <a:latin typeface="Sitka Banner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54872"/>
                </a:solidFill>
                <a:latin typeface="Corbel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530"/>
                </a:solidFill>
                <a:latin typeface="Corbel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530"/>
                </a:solidFill>
                <a:latin typeface="Corbel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54872"/>
                </a:solidFill>
                <a:latin typeface="Sitka Banner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530"/>
                </a:solidFill>
                <a:latin typeface="Corbel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51211"/>
                </a:solidFill>
                <a:latin typeface="Sitka Banner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54872"/>
                </a:solidFill>
                <a:latin typeface="Corbel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03 / 14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530"/>
                </a:solidFill>
                <a:latin typeface="Sitka Banner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530"/>
                </a:solidFill>
                <a:latin typeface="Sitka Banner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06 / 14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98378"/>
                </a:solidFill>
                <a:latin typeface="Corbel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07 / 14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44658C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4EEE3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D5CAB4"/>
                </a:solidFill>
                <a:latin typeface="Sitka Banner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D5CAB4"/>
                </a:solidFill>
                <a:latin typeface="Corbel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08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09 / 14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98378"/>
                </a:solidFill>
                <a:latin typeface="Corbel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98378"/>
                </a:solidFill>
                <a:latin typeface="Sitka Banner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10 / 14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98378"/>
                </a:solidFill>
                <a:latin typeface="Corbel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12 / 14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4EEE3"/>
                </a:solidFill>
                <a:latin typeface="Corbel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4EEE3"/>
                </a:solidFill>
                <a:latin typeface="Corbel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EEE3"/>
                </a:solidFill>
                <a:latin typeface="Sitka Banner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D5CAB4"/>
                </a:solidFill>
                <a:latin typeface="Corbel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13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530"/>
                </a:solidFill>
                <a:latin typeface="Corbel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98378"/>
                </a:solidFill>
                <a:latin typeface="Corbel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
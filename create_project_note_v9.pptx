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03B5A"/>
                </a:solidFill>
                <a:latin typeface="Georgia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A1713"/>
                </a:solidFill>
                <a:latin typeface="Georgia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732"/>
                </a:solidFill>
                <a:latin typeface="Georgia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03B5A"/>
                </a:solidFill>
                <a:latin typeface="Segoe UI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732"/>
                </a:solidFill>
                <a:latin typeface="Segoe UI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732"/>
                </a:solidFill>
                <a:latin typeface="Segoe UI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03B5A"/>
                </a:solidFill>
                <a:latin typeface="Georgia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732"/>
                </a:solidFill>
                <a:latin typeface="Segoe UI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02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Seven makers.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A1713"/>
                </a:solidFill>
                <a:latin typeface="Georgia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01168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9966959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Rodrick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Deployment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土台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Lauben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Infrastructure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表層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Crispus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Frontend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補佐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Otai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Engineering, product, infrastructure — all carried by the same seven people.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仲間   ·   THE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03 / 14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732"/>
                </a:solidFill>
                <a:latin typeface="Georgia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732"/>
                </a:solidFill>
                <a:latin typeface="Georgia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03B5A"/>
                </a:solidFill>
                <a:latin typeface="Georgia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05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APPAREL ·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Apparel, in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The landing showcase, and the tool the team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紹介ページと、実際のツール画面。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2770632"/>
            <a:ext cx="4754880" cy="1768815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arel.png"/>
          <p:cNvPicPr>
            <a:picLocks noChangeAspect="1"/>
          </p:cNvPicPr>
          <p:nvPr/>
        </p:nvPicPr>
        <p:blipFill>
          <a:blip r:embed="rId2"/>
          <a:srcRect t="13000"/>
          <a:stretch>
            <a:fillRect/>
          </a:stretch>
        </p:blipFill>
        <p:spPr>
          <a:xfrm>
            <a:off x="6492240" y="2697480"/>
            <a:ext cx="4754880" cy="176881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621024"/>
            <a:ext cx="6400800" cy="2765145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ar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6400800" cy="276514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実例   ·   APPAREL ·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06 / 14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其ノ壱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APPAREL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brands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使う側のブランドにとって、何が変わるのか。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campaign shoot took weeks to arrange.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studio, a model, a stylist, a flight.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One product, one set of photographs.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Full catalogues were a luxury only big brands bought.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 campaign is ready in an afternoon.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One product photo becomes a full catalogue.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Any model, any background, any market.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Small brands now publish at flagship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変化   ·   APPAREL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07 / 14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3E5B7E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EFE2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9BEA7"/>
                </a:solidFill>
                <a:latin typeface="Georgia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C9BEA7"/>
                </a:solidFill>
                <a:latin typeface="Segoe UI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25780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08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動作中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BLUEPRINT ·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Blueprint, 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From the entry page to the parts list it extracts from a drawing.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入口から、図面より抽出される構造化された部品表まで。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9128" y="2770632"/>
            <a:ext cx="4572000" cy="1956816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7480"/>
            <a:ext cx="4572000" cy="19568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529584"/>
            <a:ext cx="6400800" cy="2739542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6400800" cy="273954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動作中   ·   BLUEPRINT · AT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09 / 14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其ノ弐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BLUEPRINT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engineers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使う側のエンジニアにとって、何が変わるのか。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single drawing took hours to review by hand.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Parts were counted one by one into spreadsheets.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Errors slipped through until the factory caught them.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Every revision meant starting the review 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same drawing takes minutes.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parts list appears, already structured for export.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Inconsistencies are flagged before production begins.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Engineers move from checking to confirming.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其ノ弐 · 変化   ·   BLUEPRINT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10 / 14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2336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133088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087368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54456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05656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544568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928616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3892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48656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02936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6013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221224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660136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044184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学び   ·   WHAT WE'VE LEARNED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11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03B5A"/>
                </a:solidFill>
                <a:latin typeface="Georgia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03B5A"/>
                </a:solidFill>
                <a:latin typeface="Georgia"/>
                <a:ea typeface="Yu Minch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B5A"/>
                </a:solidFill>
                <a:latin typeface="Georgia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B5A"/>
                </a:solidFill>
                <a:latin typeface="Georgia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B8A85"/>
                </a:solidFill>
                <a:latin typeface="Segoe UI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12 / 14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EFE2"/>
                </a:solidFill>
                <a:latin typeface="Segoe UI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5EFE2"/>
                </a:solidFill>
                <a:latin typeface="Segoe UI"/>
                <a:ea typeface="Yu Gothic UI"/>
              </a:rPr>
              <a:t>THE NEXT 60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EFE2"/>
                </a:solidFill>
                <a:latin typeface="Georgia"/>
                <a:ea typeface="Yu Mincho"/>
              </a:rPr>
              <a:t>Three concrete moves in the next 60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C9BEA7"/>
                </a:solidFill>
                <a:latin typeface="Segoe UI"/>
                <a:ea typeface="Yu Gothic UI"/>
              </a:rPr>
              <a:t>今後60日間で、確実に進める三手。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これから   ·   THE NEXT 60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13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732"/>
                </a:solidFill>
                <a:latin typeface="Segoe UI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71500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B8A85"/>
                </a:solidFill>
                <a:latin typeface="Segoe UI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